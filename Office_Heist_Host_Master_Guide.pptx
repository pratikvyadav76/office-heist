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E50914"/>
                </a:solidFill>
              </a:defRPr>
            </a:pPr>
            <a:r>
              <a:t>🔒 STRICTLY CONFIDENTIAL • FOR MODERATORS ONLY</a:t>
            </a:r>
          </a:p>
          <a:p>
            <a:pPr>
              <a:spcAft>
                <a:spcPts val="2000"/>
              </a:spcAft>
              <a:defRPr sz="4400" b="1">
                <a:solidFill>
                  <a:srgbClr val="F59E0B"/>
                </a:solidFill>
              </a:defRPr>
            </a:pPr>
            <a:r>
              <a:t>THE PROFESSOR'S PLAYBOOK</a:t>
            </a:r>
            <a:br/>
            <a:r>
              <a:t>HOST MASTER GUIDE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Behind-The-Scenes Operational Manual for Pratik Yadav, Om Naik &amp; Vighnesh Jadhav</a:t>
            </a:r>
            <a:br/>
            <a:r>
              <a:t>Moderator Desk Access PIN: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CONFIDENTIAL HOST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Moderator Roles: 3-Way Division of Labor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1. Pratik Yadav</a:t>
            </a:r>
          </a:p>
          <a:p>
            <a:pPr>
              <a:spcAft>
                <a:spcPts val="1200"/>
              </a:spcAft>
              <a:defRPr sz="1200" b="1">
                <a:solidFill>
                  <a:srgbClr val="F8FAFC"/>
                </a:solidFill>
              </a:defRPr>
            </a:pPr>
            <a:r>
              <a:t>Lead Host &amp; Master of Ceremonies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Operates the main laptop / conference room TV.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Triggers the Professor's Roulette wheel for leader selection.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Plays the synthesized Bella Ciao theme and hypes up the room.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Calls for votes and announces vault results with drama!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50914"/>
                </a:solidFill>
              </a:defRPr>
            </a:pPr>
            <a:r>
              <a:t>2. Om Naik</a:t>
            </a:r>
          </a:p>
          <a:p>
            <a:pPr>
              <a:spcAft>
                <a:spcPts val="1200"/>
              </a:spcAft>
              <a:defRPr sz="1200" b="1">
                <a:solidFill>
                  <a:srgbClr val="F8FAFC"/>
                </a:solidFill>
              </a:defRPr>
            </a:pPr>
            <a:r>
              <a:t>Secret Whisperer &amp; Secrecy Guard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Accesses the 5 Saboteurs list inside the Moderator Desk.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Monitors the room to ensure no one peeks over phones.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Sends private WhatsApp/Teams whispers if any player needs verification.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Confirms all Saboteurs understand their role and teammates.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3. Vighnesh Jadhav</a:t>
            </a:r>
          </a:p>
          <a:p>
            <a:pPr>
              <a:spcAft>
                <a:spcPts val="1200"/>
              </a:spcAft>
              <a:defRPr sz="1200" b="1">
                <a:solidFill>
                  <a:srgbClr val="F8FAFC"/>
                </a:solidFill>
              </a:defRPr>
            </a:pPr>
            <a:r>
              <a:t>Pacer, Timekeeper &amp; Backup Officer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Operates the synchronized debate timer (Start/Pause/Reset).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Monitors live vote incoming count on phone.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Enforces the 90s discussion limit ('Time is up, cast your votes!').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Assists anyone whose phone disconnects using Kiosk mode.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CONFIDENTIAL HOST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Architecture &amp; Access Security: PIN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💻 LAPTOP MODERATOR DESK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Location: Top navigation bar on big screen ('🛡️ Moderator Desk').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Protected by PIN: 2026.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Reveals the 5 Secret Saboteurs with 1-click 'Copy Whisper' buttons.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Displays full game history log with timestamped event records.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Provides manual override buttons: Force Leader Rotate &amp; Full Game Reset.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50914"/>
                </a:solidFill>
              </a:defRPr>
            </a:pPr>
            <a:r>
              <a:t>📱 MOBILE HOST CONTROL DECK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Location: Top right corner on your phone pad ('🛡️ Host').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Direct Access: Auto-unlocked for pratik.yadav, om.naik, and vighnesh.jadhav (or via PIN 2026).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One-Tap Actions from anywhere in the room: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   - 🎲 Spin Leader (Triggers roulette on big screen)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   - ▶ Start Timer / ⏸ Pause Timer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   - ✓ Force Approve / ✕ Force Reject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   - ⏩ Next Mission / 😈 5 Saboteurs 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CONFIDENTIAL HOST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Secret Whisper Protocol: Managing Saboteurs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E50914"/>
                </a:solidFill>
              </a:defRPr>
            </a:pPr>
            <a:r>
              <a:t>🤫 WHATSAPP / MS TEAMS BACKUP PROTOCOL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While players see their role on their phone pad, Om Naik should verify the 5 Saboteurs immediately after clicking 'Draw Secret Roles'.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Each saboteur card in the Moderator Desk has pre-formatted whisper text ready to copy: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 '🤫 OFFICE HEIST: TOP SECRET ROLE ASSIGNMENT</a:t>
            </a:r>
            <a:br/>
            <a:r>
              <a:t>    Hello [Name]! You are a secret 😈 SABOTEUR!</a:t>
            </a:r>
            <a:br/>
            <a:r>
              <a:t>    Your fellow Saboteurs are: [Names]</a:t>
            </a:r>
            <a:br/>
            <a:r>
              <a:t>    Goal: Make 3 missions FAIL without blowing cover!'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Why this matters: In a bustling room, having Om whisper them confirms they know their fellow teammates even if they accidentally glanced away from their phone.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Zero Information Leaks: Never look at a specific player while whispering; send all 5 quietly from your phone/laptop.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CONFIDENTIAL HOST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Facilitator Playbook: Step-by-Step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86868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Launch (00:00)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Pratik opens the big screen on the room projector. Clicks '📱 Join on Mobile' or uses '📋 Copy Link' to post in Teams. Tells everyone to connect.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86868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9864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Role Draw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Click '🚀 Draw Secret Roles &amp; Start Game'. Remind room: 'Hold your thumb to reveal your identity. Keep screens hidden!'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698480" cy="86868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58767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Leader Roulette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Click '🎲 Professor's Roulette'. Build tension as the wheel spins through names and locks onto the Leader with a chime!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698480" cy="86868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1888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Debate Control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Leader proposes 5 operatives. Vighnesh hits '▶ Start Timer' (90s). Pratik asks: 'Why is Tanmay on this team? Does anyone object?'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69280"/>
            <a:ext cx="10698480" cy="86868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77900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Vote &amp; Vault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When timer hits 0, call for votes. If approved, chosen crew secretly submits on phones. Click 'Reveal Mission Outcome'!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CONFIDENTIAL HOST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Emergency Protocols: What If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Phone Disconnects / Battery Dies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Use the built-in 'Pass-the-Screen Kiosk' on the host laptop. The operative steps up to the laptop, selects their name, and votes privately behind the privacy shield.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698480" cy="100584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Someone Misses the Vote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You can manually adjust the Yes/No count using the '+ / -' tally buttons on the Big Screen or tap 'Force Approve / Force Reject' on your Mobile Host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100584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51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Room Won't Stop Arguing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Vighnesh calls time: 'Timer is at zero! 5 seconds to submit phone votes: 5, 4, 3, 2, 1—Locked!'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10698480" cy="100584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94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Game Accidental Tab Close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State is auto-saved to disk (game_state.json). Simply reload the browser; the game restores instantly without losing scores or 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CONFIDENTIAL HOST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Master Timeline: 35-45 Minute Fun Friday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594360"/>
          </a:xfrm>
          <a:prstGeom prst="roundRect">
            <a:avLst/>
          </a:prstGeom>
          <a:solidFill>
            <a:srgbClr val="16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0195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00:00 - 05:00  |  ARRIVAL &amp; QR JOIN  —  Show PPT 1, ensure all 25 players connect on phones, test sound.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87168"/>
            <a:ext cx="10698480" cy="594360"/>
          </a:xfrm>
          <a:prstGeom prst="roundRect">
            <a:avLst/>
          </a:prstGeom>
          <a:solidFill>
            <a:srgbClr val="16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05:00 - 12:00  |  MISSION 1 (5 PLAYERS)  —  Role assignment, leader roulette, quick debate, first vault reveal.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45536"/>
            <a:ext cx="10698480" cy="594360"/>
          </a:xfrm>
          <a:prstGeom prst="roundRect">
            <a:avLst/>
          </a:prstGeom>
          <a:solidFill>
            <a:srgbClr val="16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1868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12:00 - 20:00  |  MISSION 2 (6 PLAYERS)  —  Paranoia begins. Accusations start flying.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03904"/>
            <a:ext cx="10698480" cy="594360"/>
          </a:xfrm>
          <a:prstGeom prst="roundRect">
            <a:avLst/>
          </a:prstGeom>
          <a:solidFill>
            <a:srgbClr val="16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7705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20:00 - 28:00  |  MISSION 3 (6 PLAYERS)  —  High drama! Potential 2-1 or 2-0 point lead.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62272"/>
            <a:ext cx="10698480" cy="594360"/>
          </a:xfrm>
          <a:prstGeom prst="roundRect">
            <a:avLst/>
          </a:prstGeom>
          <a:solidFill>
            <a:srgbClr val="16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354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28:00 - 36:00  |  MISSION 4 (7 PLAYERS)  —  Near climax. Rejection track tension peaks.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698480" cy="594360"/>
          </a:xfrm>
          <a:prstGeom prst="roundRect">
            <a:avLst/>
          </a:prstGeom>
          <a:solidFill>
            <a:srgbClr val="16182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9379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36:00 - 42:00  |  MISSION 5 / ENDGAME  —  Match point! Play Bella Ciao upon victory announcement!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79008"/>
            <a:ext cx="10698480" cy="594360"/>
          </a:xfrm>
          <a:prstGeom prst="roundRect">
            <a:avLst/>
          </a:prstGeom>
          <a:solidFill>
            <a:srgbClr val="16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8521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42:00 - 45:00  |  DEBRIEF &amp; MVP AWARDS  —  Saboteurs reveal themselves, best bluffs celebrated.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