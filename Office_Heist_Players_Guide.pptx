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9E0B"/>
                </a:solidFill>
              </a:defRPr>
            </a:pPr>
            <a:r>
              <a:t>🎭 THE RESISTANCE: ROYAL MINT EDITION</a:t>
            </a:r>
          </a:p>
          <a:p>
            <a:pPr>
              <a:spcAft>
                <a:spcPts val="2000"/>
              </a:spcAft>
              <a:defRPr sz="4400" b="1">
                <a:solidFill>
                  <a:srgbClr val="F8FAFC"/>
                </a:solidFill>
              </a:defRPr>
            </a:pPr>
            <a:r>
              <a:t>LA CASA DE PAPEL</a:t>
            </a:r>
            <a:br/>
            <a:r>
              <a:t>OFFICE HEIST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Corporate Fun Friday Game Guide • 28 Members (25 Operatives + 3 Host Moderators)</a:t>
            </a:r>
            <a:br/>
            <a:r>
              <a:t>"Trust No One. Question Everyone. Secure The Vault."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 CASA DE PAPEL: OFFICE HEIST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Two Secret Factions: Who Can You Trust?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8BDF8"/>
                </a:solidFill>
              </a:defRPr>
            </a:pPr>
            <a:r>
              <a:t>🏛️ ROYAL MINT OPERATIVES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Team Size: 17 Loyal Colleagues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Mission: Successfully pass 3 heist missions without sabotage to crack the vault!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Knowledge: You know ONLY your own identity. You have NO idea who the 5 Saboteurs are.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Rule of Engagement: On missions, you MUST ALWAYS submit SUCCESS. Sabotaging is locked out.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Winning Key: Observe voting patterns, track who was on failed missions, and vote down suspicious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E50914"/>
                </a:solidFill>
              </a:defRPr>
            </a:pPr>
            <a:r>
              <a:t>🎭 SECRET SABOTEURS (DALÍ CREW)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Team Size: Exactly 5 Secret Infiltrators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Mission: Make 3 missions FAIL, OR cause 5 rejected team proposals in a row!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Knowledge: You know ALL 5 fellow Saboteurs! Your phone secretly reveals their names.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Rule of Engagement: On missions, you can choose SUCCESS (to blend in) or SABOTAGE (to fail it).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Winning Key: Blend in, act outraged when missions fail, and frame innocent Resistance members!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 CASA DE PAPEL: OFFICE HEIST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Your Handheld Agent Pad: Connect in 30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Step 1: Scan QR or Open Link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Scan the QR code projected on the main room display, or click the link shared in your Teams / WhatsApp chat (https://.../play).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Step 2: Pick Your Identity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Select your name from the dropdown list. Everyone has a unique 'firstname.lastname' identity (e.g., Tanmay Indore, Riya Patil, Pratik Buge).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51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Step 3: Secret Identity Shield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Press &amp; hold the '👁️ HOLD TO REVEAL IDENTITY' button on your screen. Keep your phone tilted away from curious coworkers!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Step 4: Real-Time Handheld Actions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Your phone automatically lights up when it's time to vote (Approve/Reject), debate (live timer), or submit secret heist reports!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 CASA DE PAPEL: OFFICE HEIST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5 Vault Missions: Crew Sizes &amp; 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B81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9E0B"/>
                </a:solidFill>
              </a:defRPr>
            </a:pPr>
            <a:r>
              <a:t>Mission 1</a:t>
            </a:r>
          </a:p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👥 5 Operatives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Initial Bank Infiltration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Warm-up round. Saboteurs often lay low or strike early.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201168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B81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201168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9E0B"/>
                </a:solidFill>
              </a:defRPr>
            </a:pPr>
            <a:r>
              <a:t>Mission 2</a:t>
            </a:r>
          </a:p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👥 6 Operatives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Disabling Thermal Alarms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Stakes increase. Arguments intensify.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201168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01168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9E0B"/>
                </a:solidFill>
              </a:defRPr>
            </a:pPr>
            <a:r>
              <a:t>Mission 3</a:t>
            </a:r>
          </a:p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👥 6 Operatives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Drilling The Inner Vault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Crucial turning point! First team to 2 points takes momentum.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828800"/>
            <a:ext cx="201168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B81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59" y="201168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9E0B"/>
                </a:solidFill>
              </a:defRPr>
            </a:pPr>
            <a:r>
              <a:t>Mission 4</a:t>
            </a:r>
          </a:p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👥 7 Operatives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Cracking Gold Reserve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Large crew. High probability of saboteur infiltration!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828800"/>
            <a:ext cx="201168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B81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201168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9E0B"/>
                </a:solidFill>
              </a:defRPr>
            </a:pPr>
            <a:r>
              <a:t>Mission 5</a:t>
            </a:r>
          </a:p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👥 7 Operatives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Helicopter Rooftop Escape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Final showdown if tied 2-2. Winner takes all!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 CASA DE PAPEL: OFFICE HEIST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Heist Mechanics: How Every Round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1. The Professor's Roulette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 rotating Leader is chosen. The main screen runs the Professor's Roulette wheel with ticking audio, appointing the new Team Leader!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Propose The Crew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The Leader selects the required number of operatives on their mobile phone pad and hits 'Confirm Proposed Team'.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51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3. Debate &amp; Interrogation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 90-second synchronized timer ticks on EVERY screen. The room debates: 'Why did you pick them? Can we trust this team?'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4. Vote: Approve or Reject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All 25 operatives privately vote 👍 APPROVE or 👎 REJECT on their phones. More than 50% Yes is required to send the crew!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 CASA DE PAPEL: OFFICE HEIST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Proposal Voting: The 5-Attempt Danger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✅ IF TEAM IS APPROVED (&gt; 50% YES)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The proposed heist crew steps into the bank vault.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Proposal attempt counter resets to 1 for the next mission.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Only those chosen operatives receive the secret submission prompts on their phones.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50914"/>
                </a:solidFill>
              </a:defRPr>
            </a:pPr>
            <a:r>
              <a:t>❌ IF TEAM IS REJECTED (&gt;= 50% NO)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The proposed team is turned away at the door.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Leader token passes clockwise to the next player.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Attempt counter increases: 1/5 ➔ 2/5 ➔ 3/5...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⚠️ CRITICAL DANGER: If 5 consecutive proposals are rejected, the heist fails completely and SABOTEURS WIN AUTOMATICALLY!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 CASA DE PAPEL: OFFICE HEIST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Inside The Vault: The 1-Sabotage Golden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59E0B"/>
                </a:solidFill>
              </a:defRPr>
            </a:pPr>
            <a:r>
              <a:t>💥 THE GOLDEN RULE OF THE RESISTANCE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Just ONE Sabotage (💥) causes the entire mission to FAIL!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Every operative on the mission secretly chooses their action on their phone: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    - Loyal Resistance: MUST submit 'Success' (cannot sabotage).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    - Saboteur: Can choose 'Success' (bluffing to gain trust) OR 'Sabotage' (striking from shadows).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The Host Laptop shuffles all submissions and reveals ONLY the dramatic outcome: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    - 'MISSION SUCCEEDED' or 'MISSION FAILED'.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STRICT SECRECY: The system NEVER reveals who submitted which card, and never reveals how many sabotages occurred!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 CASA DE PAPEL: OFFICE HEIST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Mastering The Heist: Tactical Bluffing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💡 FOR LOYAL RESISTANCE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Trust the math: There are only 5 Saboteurs out of 25. Most people are honest.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Track voting patterns: Who voted Yes to a team that later failed?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Do not approve teams if you have doubt. You have up to 4 attempts before danger.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Watch facial reactions when the vault reveal animation plays!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50914"/>
                </a:solidFill>
              </a:defRPr>
            </a:pPr>
            <a:r>
              <a:t>😈 FOR SECRET SABOTEURS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Play the long game: Submitting 'Success' on Mission 1 earns you unshakeable trust for Missions 3 and 4.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Coordinate subtly: If two Saboteurs are on a team, both sabotaging is redundant and exposes you.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Act genuinely shocked: Point fingers at innocent teammates when a mission fails.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Leverage the rejection track: If Resistance rejects 4 teams, force a 5th rejection to win!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 CASA DE PAPEL: OFFICE HEIST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Corporate Fun Friday Rules: Ready to Play!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59E0B"/>
                </a:solidFill>
              </a:defRPr>
            </a:pPr>
            <a:r>
              <a:t>🤝 FUN FRIDAY ETIQUETTE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✓ Keep it fun and friendly: Accusations are 100% in-game roleplay!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✓ Strict phone privacy: Never peek at a neighbor's screen or snatch their phone.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✓ No elimination: Everyone plays all 5 missions until the very end!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✓ Respect the 90s timer: When time expires, debate halts and votes are counted.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✓ Grab your phone, scan the QR code on the big screen, and prepare for the heist!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